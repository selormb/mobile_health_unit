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/>
    <p:restoredTop sz="94495"/>
  </p:normalViewPr>
  <p:slideViewPr>
    <p:cSldViewPr snapToGrid="0" snapToObjects="1">
      <p:cViewPr varScale="1">
        <p:scale>
          <a:sx n="89" d="100"/>
          <a:sy n="89" d="100"/>
        </p:scale>
        <p:origin x="440" y="168"/>
      </p:cViewPr>
      <p:guideLst/>
    </p:cSldViewPr>
  </p:slideViewPr>
  <p:notesTextViewPr>
    <p:cViewPr>
      <p:scale>
        <a:sx n="195" d="100"/>
        <a:sy n="19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2437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70413"/>
          </a:solidFill>
          <a:ln w="12700">
            <a:solidFill>
              <a:srgbClr val="4704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640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Weld County Department of Public Health and Environment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10241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Division of Public Health Services · Community Health · Environmental Health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8961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 Health Unit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Systems Assessment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429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Leadership Briefing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39136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Advancing health equity through mobile community-based services across Weld County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04504" y="4636008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discussion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04504" y="4946904"/>
            <a:ext cx="267919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minutes presentation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minutes leadership discussion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59893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Selorm Buaka · Statistical Intern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62453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Supervisor: Shaun May, MPH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C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project matters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assessment designed to support leadership decisions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09960" cy="0"/>
          </a:xfrm>
          <a:prstGeom prst="line">
            <a:avLst/>
          </a:prstGeom>
          <a:noFill/>
          <a:ln w="15240">
            <a:solidFill>
              <a:srgbClr val="0B6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152704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basic question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1837944"/>
            <a:ext cx="309067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Mobile Health Unit clearly show what it is doing, where it is working, who it is reaching, and what needs to improve?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81144" y="152704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leadership need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81144" y="1837944"/>
            <a:ext cx="309067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scattered spreadsheets and one-time reports toward repeatable dashboards that support planning, funding, and accountability.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84464" y="152704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practical goal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84464" y="1837944"/>
            <a:ext cx="309067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targeted fixes and dashboard views that help leaders decide what to prioritize, what to monitor, and what may eventually be shared publicly.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4892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05C8A"/>
          </a:solidFill>
          <a:ln w="12700">
            <a:solidFill>
              <a:srgbClr val="00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Selorm Buaka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57600" y="660196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Weld County DPHE · Mobile Health Unit Program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789920" y="66019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9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C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Phase 2 tells 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system is usable, but it needs targeted improvements before broader reporting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09960" cy="0"/>
          </a:xfrm>
          <a:prstGeom prst="line">
            <a:avLst/>
          </a:prstGeom>
          <a:noFill/>
          <a:ln w="15240">
            <a:solidFill>
              <a:srgbClr val="0B6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2104" y="1389888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We can describe activity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2104" y="1700784"/>
            <a:ext cx="3227832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program can show events, services, regions, staff effort, screenings, and engagement. That is a strong starting point.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28016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9704" y="1389888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We still need to describe people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9704" y="1700784"/>
            <a:ext cx="3227832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biggest gap is not counting services. It is describing who is being served and whether priority populations are being reached.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01000" y="128016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47304" y="1389888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We need stronger systems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47304" y="1700784"/>
            <a:ext cx="3227832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Definitions, file ownership, event IDs, and documentation need to be cleaned up so the dashboard can be trusted long term.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440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05C8A"/>
          </a:solidFill>
          <a:ln w="12700">
            <a:solidFill>
              <a:srgbClr val="00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Selorm Buaka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57600" y="660196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Weld County DPHE · Mobile Health Unit Program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789920" y="66019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C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leadership priorities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for decision-making, not as a technical task list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09960" cy="0"/>
          </a:xfrm>
          <a:prstGeom prst="line">
            <a:avLst/>
          </a:prstGeom>
          <a:noFill/>
          <a:ln w="15240">
            <a:solidFill>
              <a:srgbClr val="0B6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E7EFF9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134416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who we serve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1655064"/>
            <a:ext cx="3090672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forward with demographic data pathways such as Athena, EpiTrax, DPP data, and a simple event population category.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matters: this strengthens equity reporting and grant justification.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35424" y="134416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what we measure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35424" y="1655064"/>
            <a:ext cx="3090672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shared definitions consistent across divisions, update the Read Me tabs, and move key services out of notes into structured fields.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matters: leadership needs to know that numbers mean the same thing everywhere.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046720" y="123444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E7EFF9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93024" y="134416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systems that last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93024" y="1655064"/>
            <a:ext cx="3090672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files into shared county-controlled ownership, assign unique event IDs, and maintain a change log and quarterly review.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matters: the dashboard should survive staff turnover and remain reliable.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05C8A"/>
          </a:solidFill>
          <a:ln w="12700">
            <a:solidFill>
              <a:srgbClr val="00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Selorm Buaka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57600" y="660196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Weld County DPHE · Mobile Health Unit Program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789920" y="66019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9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C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Mobile Health Unit is doing, where it is happening, and how resources are being used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09960" cy="0"/>
          </a:xfrm>
          <a:prstGeom prst="line">
            <a:avLst/>
          </a:prstGeom>
          <a:noFill/>
          <a:ln w="15240">
            <a:solidFill>
              <a:srgbClr val="0B6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ops_dashboard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6675120" cy="53400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23444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44384" y="1344168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44384" y="1655064"/>
            <a:ext cx="368503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view of MHU operations and performance.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98080" y="2468880"/>
            <a:ext cx="3977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44384" y="2578608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44384" y="2889504"/>
            <a:ext cx="368503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Planning, staffing, regional coverage, service mix, and dashboard discussion.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98080" y="379476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005C8A"/>
          </a:solidFill>
          <a:ln w="8890">
            <a:solidFill>
              <a:srgbClr val="00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644384" y="3904488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message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44384" y="4215384"/>
            <a:ext cx="368503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can move from “What happened?” to “What should we do next?”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05C8A"/>
          </a:solidFill>
          <a:ln w="12700">
            <a:solidFill>
              <a:srgbClr val="00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004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Selorm Buaka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660196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Weld County DPHE · Mobile Health Unit Program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0789920" y="66019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C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operations dashboard helps leadership understand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09960" cy="0"/>
          </a:xfrm>
          <a:prstGeom prst="line">
            <a:avLst/>
          </a:prstGeom>
          <a:noFill/>
          <a:ln w="15240">
            <a:solidFill>
              <a:srgbClr val="0B6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6384" y="125272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1563624"/>
            <a:ext cx="24505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events increasing or changing by month? Helps with seasonal planning.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3611880" y="11430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58184" y="125272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58184" y="1563624"/>
            <a:ext cx="24505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regions are getting events, and how many people are reached per event?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583680" y="11430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29984" y="125272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9984" y="1563624"/>
            <a:ext cx="24505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staff time translating into actual engagement?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9555480" y="114300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701784" y="1252728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01784" y="1563624"/>
            <a:ext cx="171907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are screenings finding more out-of-range results?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E7EFF9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6384" y="299008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mix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6384" y="3300984"/>
            <a:ext cx="24505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events public, private, requested, awareness-based, or strategic?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3611880" y="28803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E7EFF9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58184" y="299008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Division role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58184" y="3300984"/>
            <a:ext cx="24505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PHS, CH, and EH each contribute to engagement?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583680" y="28803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E7EFF9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29984" y="299008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9984" y="3300984"/>
            <a:ext cx="24505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regions generate more engagement per staff hour?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9555480" y="288036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E7EFF9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01784" y="2990088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01784" y="3300984"/>
            <a:ext cx="171907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we reaching areas with higher social vulnerability?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05840" y="52852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explain the smaller figures without showing each one separately.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05C8A"/>
          </a:solidFill>
          <a:ln w="12700">
            <a:solidFill>
              <a:srgbClr val="00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Selorm Buaka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657600" y="660196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Weld County DPHE · Mobile Health Unit Program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789920" y="66019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C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 experience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clients experience services, what barriers they face, and what services they use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09960" cy="0"/>
          </a:xfrm>
          <a:prstGeom prst="line">
            <a:avLst/>
          </a:prstGeom>
          <a:noFill/>
          <a:ln w="15240">
            <a:solidFill>
              <a:srgbClr val="0B6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atient_dashboard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6675120" cy="53400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23444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44384" y="1344168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44384" y="1655064"/>
            <a:ext cx="368503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Complements operations by showing the client perspective.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98080" y="2468880"/>
            <a:ext cx="3977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44384" y="2578608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44384" y="2889504"/>
            <a:ext cx="368503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satisfaction, barriers, service demand, language, and trust.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98080" y="379476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005C8A"/>
          </a:solidFill>
          <a:ln w="8890">
            <a:solidFill>
              <a:srgbClr val="00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644384" y="3904488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message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44384" y="4215384"/>
            <a:ext cx="368503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dashboard shows not only what we delivered, but how people experienced it.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05C8A"/>
          </a:solidFill>
          <a:ln w="12700">
            <a:solidFill>
              <a:srgbClr val="00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004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Selorm Buaka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660196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Weld County DPHE · Mobile Health Unit Program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0789920" y="66019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9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C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patient dashboard helps leadership understand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Relatable interpretation of the survey views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09960" cy="0"/>
          </a:xfrm>
          <a:prstGeom prst="line">
            <a:avLst/>
          </a:prstGeom>
          <a:noFill/>
          <a:ln w="15240">
            <a:solidFill>
              <a:srgbClr val="0B6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6384" y="116128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Satisfaction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1472184"/>
            <a:ext cx="245059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people rate their overall experience with the MHU.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11880" y="10515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58184" y="116128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differences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58184" y="1472184"/>
            <a:ext cx="245059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Whether experience looks different across Weld County communities.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10515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29984" y="116128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quality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9984" y="1472184"/>
            <a:ext cx="245059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people appreciate most: respect, helpfulness, time, communication, confidentiality.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9555480" y="105156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701784" y="1161288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Barriers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01784" y="1472184"/>
            <a:ext cx="17190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Cost, transportation, language, distance, and hours.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7432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7EFF9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6384" y="285292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use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6384" y="3163824"/>
            <a:ext cx="245059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MHU services people report using most often.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11880" y="27432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7EFF9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58184" y="285292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58184" y="3163824"/>
            <a:ext cx="245059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Whether clients would recommend the MHU to others.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0" y="27432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7EFF9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29984" y="285292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High-need clients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9984" y="3163824"/>
            <a:ext cx="245059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Whether people with more barriers still report positive experiences.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555480" y="27432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E7EFF9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01784" y="2852928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01784" y="3163824"/>
            <a:ext cx="17190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may rely on the MHU because other care is not available.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05840" y="52852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05C8A"/>
          </a:solidFill>
          <a:ln w="12700">
            <a:solidFill>
              <a:srgbClr val="00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Selorm Buaka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657600" y="660196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Weld County DPHE · Mobile Health Unit Program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789920" y="66019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C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Decisions for executive discussion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Jason can help move forward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09960" cy="0"/>
          </a:xfrm>
          <a:prstGeom prst="line">
            <a:avLst/>
          </a:prstGeom>
          <a:noFill/>
          <a:ln w="15240">
            <a:solidFill>
              <a:srgbClr val="0B6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1252728"/>
            <a:ext cx="501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Implementation priority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1563624"/>
            <a:ext cx="50109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recommendation group should move first: demographic data, measurement consistency, or data governance?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14300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55664" y="1252728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Dashboard use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55664" y="1563624"/>
            <a:ext cx="482803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dashboard views should be used internally for routine leadership updates?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E7EFF9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7824" y="2715768"/>
            <a:ext cx="501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Public-facing reporting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" y="3026664"/>
            <a:ext cx="50109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information should eventually be shared publicly, and what needs to be fixed first?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260604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E7EFF9"/>
          </a:solidFill>
          <a:ln w="8890">
            <a:solidFill>
              <a:srgbClr val="D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55664" y="2715768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Ownership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55664" y="3026664"/>
            <a:ext cx="482803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should own implementation across PHS, CH, EH, and the data team?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4709160"/>
            <a:ext cx="10698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05C8A"/>
          </a:solidFill>
          <a:ln w="12700">
            <a:solidFill>
              <a:srgbClr val="00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Selorm Buaka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57600" y="660196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Weld County DPHE · Mobile Health Unit Program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789920" y="66019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952</Words>
  <Application>Microsoft Macintosh PowerPoint</Application>
  <PresentationFormat>Widescreen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Weld County Department of Public Health and Environment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Health Unit Data Systems Assessment</dc:title>
  <dc:subject>Mobile Health Unit Executive Leadership Briefing</dc:subject>
  <dc:creator>Selorm Buaka</dc:creator>
  <cp:lastModifiedBy>Buaka, Selorm</cp:lastModifiedBy>
  <cp:revision>2</cp:revision>
  <dcterms:created xsi:type="dcterms:W3CDTF">2026-08-17T15:08:07Z</dcterms:created>
  <dcterms:modified xsi:type="dcterms:W3CDTF">2026-08-24T20:41:16Z</dcterms:modified>
</cp:coreProperties>
</file>